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8" r:id="rId4"/>
    <p:sldId id="266" r:id="rId5"/>
    <p:sldId id="259" r:id="rId6"/>
    <p:sldId id="265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810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A1483-E3B2-680C-2FD2-513E28BFA0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955" y="871896"/>
            <a:ext cx="7772400" cy="1470025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Tutor &amp; Quiz Agent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3072137-89B6-BFFC-2DF7-C3DE6C16C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0824" y="2872179"/>
            <a:ext cx="5102352" cy="3135433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Alekhya Reminisetti               R11965201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Rishitha Sana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Vanapalli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  R11967143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Madhan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kommi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               R11969820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Yeswanth Naidu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Anchuri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R11982094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Hari Krishna Cherukuri          R11978051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Manideep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Thogiti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           R11934465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Sundar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Sodadasi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             R11971977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Anusha Triveni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Maddina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        R11979105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99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026" y="306593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26" y="1444013"/>
            <a:ext cx="8585200" cy="44497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is an offline, privacy-focused AI learning system.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lets users upload their study documents and then provides: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Q&amp;A tutoring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locally-run agent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Document-based answers with citations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Auto-generated quizzes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(MCQ, True/False, Open-ended)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Grading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local processing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built using: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(backend)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(local LLM)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(local vector database for document search)</a:t>
            </a: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A diagram of quiz&#10;&#10;AI-generated content may be incorrect.">
            <a:extLst>
              <a:ext uri="{FF2B5EF4-FFF2-40B4-BE49-F238E27FC236}">
                <a16:creationId xmlns:a16="http://schemas.microsoft.com/office/drawing/2014/main" id="{E579D980-93B1-81ED-68E1-A5395C378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28" y="1417638"/>
            <a:ext cx="8964937" cy="467169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CBDD-FFFA-FC16-30EC-6BEFCA26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3D4660-382F-AAA3-D729-8AE9B95C2D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33081"/>
            <a:ext cx="8229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UI for Q&amp;A, quizzes, document uploads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(Python)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Backend for processing, retrieval, and orchestration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Ollama (Local LLM)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Runs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llama3.2:3b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fully offline for Q&amp;A, quizzes, and explanations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(all-MiniLM-L6-v2)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384-dim embeddings for documents, queries, and grading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 Local vector database storing embeddings and metadata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30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586"/>
            <a:ext cx="8686800" cy="48595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Tutoring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network-security questions with accurate, context-based explanations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citations from uploaded documents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Document-Based Learning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PDFs, PPTX, DOCX, TXT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extracts, chunks, embeds, and uses them for Q&amp;A and quizzes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Quiz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MCQs, True/False, and Open-Ended questions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key topics and random quiz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Quiz Grading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 MCQ/T-F directly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 open-ended answers using semantic similarity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constructive feedback using the LLM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8D8B5-9BAA-EC46-BEF1-37E00D10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56174C-0E35-1019-A182-4A0E76FDD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Design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fully offline : no cloud, no external API calls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embeddings, logs, and documents stay on the local machine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&amp;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system activity and user interactions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audit logs securely for debugging and analysis</a:t>
            </a:r>
          </a:p>
        </p:txBody>
      </p:sp>
    </p:spTree>
    <p:extLst>
      <p:ext uri="{BB962C8B-B14F-4D97-AF65-F5344CB8AC3E}">
        <p14:creationId xmlns:p14="http://schemas.microsoft.com/office/powerpoint/2010/main" val="187041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an interactive dashboard that lets users easily navigate Q&amp;A, quizzes, and document uploads.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designed a user-friendly quiz module that auto-generates MCQs, True/False, and open-ended questions.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Q&amp;A module provides accurate, document-based answers along with Q&amp;A logs for tracking and review.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processing  including LLM inference and embeddings, runs fully locally, ensuring strong privacy.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Wireshark, we verified that the system makes no external network calls, confirming true offline behavior.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delivers a secure, efficient, and interactive learning platform for network security students.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429</Words>
  <Application>Microsoft Office PowerPoint</Application>
  <PresentationFormat>On-screen Show (4:3)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Wingdings</vt:lpstr>
      <vt:lpstr>Office Theme</vt:lpstr>
      <vt:lpstr>Network Security Tutor &amp; Quiz Agent</vt:lpstr>
      <vt:lpstr>Project Overview</vt:lpstr>
      <vt:lpstr>System Architecture</vt:lpstr>
      <vt:lpstr>Tech Stack</vt:lpstr>
      <vt:lpstr>Features</vt:lpstr>
      <vt:lpstr>Security Features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Reminisetti, Alekhya</cp:lastModifiedBy>
  <cp:revision>7</cp:revision>
  <dcterms:created xsi:type="dcterms:W3CDTF">2013-01-27T09:14:16Z</dcterms:created>
  <dcterms:modified xsi:type="dcterms:W3CDTF">2025-11-22T00:43:07Z</dcterms:modified>
  <cp:category/>
</cp:coreProperties>
</file>